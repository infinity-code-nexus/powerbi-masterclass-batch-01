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5" r:id="rId4"/>
    <p:sldId id="266" r:id="rId5"/>
    <p:sldId id="267" r:id="rId6"/>
    <p:sldId id="258" r:id="rId7"/>
    <p:sldId id="259" r:id="rId8"/>
    <p:sldId id="268" r:id="rId9"/>
    <p:sldId id="260" r:id="rId10"/>
    <p:sldId id="261" r:id="rId11"/>
    <p:sldId id="262" r:id="rId12"/>
    <p:sldId id="263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oppins SemiBold" panose="000007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176A29A8-0083-857E-D3E1-D0FC223F5E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5;p13" descr="image.png">
            <a:extLst>
              <a:ext uri="{FF2B5EF4-FFF2-40B4-BE49-F238E27FC236}">
                <a16:creationId xmlns:a16="http://schemas.microsoft.com/office/drawing/2014/main" id="{91084319-0D44-3E3D-56DC-64C67EC4A0B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2347019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10744D6D-2E08-4455-3E89-5BF705FAC9AA}"/>
              </a:ext>
            </a:extLst>
          </p:cNvPr>
          <p:cNvSpPr txBox="1"/>
          <p:nvPr/>
        </p:nvSpPr>
        <p:spPr>
          <a:xfrm>
            <a:off x="1615439" y="3347144"/>
            <a:ext cx="8961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Dual Power BI Setup Methods</a:t>
            </a:r>
            <a:endParaRPr dirty="0"/>
          </a:p>
        </p:txBody>
      </p:sp>
      <p:sp>
        <p:nvSpPr>
          <p:cNvPr id="5" name="Google Shape;87;p13">
            <a:extLst>
              <a:ext uri="{FF2B5EF4-FFF2-40B4-BE49-F238E27FC236}">
                <a16:creationId xmlns:a16="http://schemas.microsoft.com/office/drawing/2014/main" id="{C4D08B57-7E66-02A4-DE40-D0C714A6BAE8}"/>
              </a:ext>
            </a:extLst>
          </p:cNvPr>
          <p:cNvSpPr txBox="1"/>
          <p:nvPr/>
        </p:nvSpPr>
        <p:spPr>
          <a:xfrm>
            <a:off x="1828800" y="4175819"/>
            <a:ext cx="85344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Deploying via Microsoft Store &amp; Official Web Browser Installer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525553" y="2475607"/>
            <a:ext cx="7140892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Method 1: Microsoft Store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309937" y="3428107"/>
            <a:ext cx="5572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streamlined path for automated background updates</a:t>
            </a:r>
            <a:endParaRPr dirty="0"/>
          </a:p>
        </p:txBody>
      </p:sp>
      <p:sp>
        <p:nvSpPr>
          <p:cNvPr id="95" name="Google Shape;95;p14"/>
          <p:cNvSpPr/>
          <p:nvPr/>
        </p:nvSpPr>
        <p:spPr>
          <a:xfrm>
            <a:off x="5524500" y="4049017"/>
            <a:ext cx="1143000" cy="476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32782"/>
            <a:ext cx="5276850" cy="2268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32782"/>
            <a:ext cx="5276850" cy="22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23925" y="3075682"/>
            <a:ext cx="482060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 Admin Access Required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23925" y="3561457"/>
            <a:ext cx="45910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Because Windows handles the package updates securely via the system catalog, you can install and update Power BI without constant administrator credential prompts.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77025" y="3075682"/>
            <a:ext cx="482060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Automated Monthly Updates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677025" y="3561457"/>
            <a:ext cx="45910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Microsoft pushes updates for Power BI Desktop each month. The store client automatically updates it silently in the background, saving you manual downloads.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23900" y="581025"/>
            <a:ext cx="1143142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Use the Store Method?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57400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81025" y="2444204"/>
            <a:ext cx="55406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Installing via Store App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81025" y="2929979"/>
            <a:ext cx="5276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quick, clean method for general analytics laptops: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47725" y="3347144"/>
            <a:ext cx="50101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Open the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Microsoft Store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app from your Windows taskbar.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47725" y="3764309"/>
            <a:ext cx="50101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Type "Power BI Desktop" into the top central search field.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47725" y="4181475"/>
            <a:ext cx="50101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Choose the official Microsoft software page.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47725" y="4598640"/>
            <a:ext cx="50101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Click the blue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"Get" / "Install"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button to trigger silent installation.</a:t>
            </a:r>
            <a:endParaRPr/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66925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81025" y="3347144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81025" y="3764309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81025" y="4181475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81025" y="4598640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23900" y="581025"/>
            <a:ext cx="1143142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Microsoft Store Workflow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1960483" y="2475607"/>
            <a:ext cx="8271033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Method 2: Browser Download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3767137" y="3428107"/>
            <a:ext cx="4657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classic offline MSI file installation approach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5524500" y="4049017"/>
            <a:ext cx="1143000" cy="476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4319587"/>
            <a:ext cx="2426493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48794" y="2205037"/>
            <a:ext cx="2426493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6563" y="4319587"/>
            <a:ext cx="2426493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84332" y="2205037"/>
            <a:ext cx="2426493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581025" y="3967162"/>
            <a:ext cx="1102995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730388" y="4519612"/>
            <a:ext cx="212776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Open Browser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81050" y="4881562"/>
            <a:ext cx="202644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Launch Google Chrome or any modern browser of choice.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3598158" y="2405062"/>
            <a:ext cx="212776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Search Tool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3648819" y="2767012"/>
            <a:ext cx="202644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Type "Microsoft Power BI Desktop Download" in search bar.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465927" y="4519612"/>
            <a:ext cx="212776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Official Source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516588" y="4881562"/>
            <a:ext cx="202644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Access the official Microsoft download source to bypass unsafe portals.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333696" y="2405062"/>
            <a:ext cx="212776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Download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384357" y="2767012"/>
            <a:ext cx="202644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Click download and choose the setup executable file to save to disk.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1699021" y="38909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566791" y="38909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434560" y="38909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10302329" y="38909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723900" y="581025"/>
            <a:ext cx="1143142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Acquiring Power BI Desktop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/>
        </p:nvSpPr>
        <p:spPr>
          <a:xfrm>
            <a:off x="723900" y="581025"/>
            <a:ext cx="5390673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Installing Power BI Desktop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581025" y="2436762"/>
            <a:ext cx="55406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5: Run the Setup Wizard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581025" y="2922537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Locate the downloaded installation file on your PC and launch the step-by-step assistant wizard.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809625" y="3756868"/>
            <a:ext cx="50482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Launch the setup executable file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09625" y="4130129"/>
            <a:ext cx="50482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Agree to the Microsoft Licensing Terms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09625" y="4503390"/>
            <a:ext cx="50482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Select destination path and click "Install"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809625" y="4876651"/>
            <a:ext cx="50482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Open Power BI Desktop once ready!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794968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68229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541490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914751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373BB0-3551-4150-B72E-29E6DD6417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4550" y="1468421"/>
            <a:ext cx="5801361" cy="45768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04182"/>
            <a:ext cx="5276850" cy="2725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04182"/>
            <a:ext cx="5276850" cy="272593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923925" y="2847082"/>
            <a:ext cx="482060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Microsoft Store Benefits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677025" y="2847082"/>
            <a:ext cx="482060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Web Browser Benefits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1190625" y="3361432"/>
            <a:ext cx="4324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Zero maintenance background updates.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1190625" y="3778597"/>
            <a:ext cx="4324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Highly secured isolated app environment.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1190625" y="4195762"/>
            <a:ext cx="43243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Zero corporate administrator access pop-ups required.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943725" y="3361432"/>
            <a:ext cx="4324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Great for restricted machines blocks.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943725" y="3778597"/>
            <a:ext cx="4324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Allows rollback to older corporate target builds.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943725" y="4195762"/>
            <a:ext cx="4324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Easily distributable via deployment scripts.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923925" y="3361432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23925" y="3778597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923925" y="4195762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677025" y="3361432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677025" y="3778597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677025" y="4195762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723900" y="581025"/>
            <a:ext cx="1143142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Store vs. Browser Comparison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33587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81025" y="2606129"/>
            <a:ext cx="55406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Launching the Environment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81025" y="3091904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Once installation finishes, initialize Power BI Desktop from your local search bar or desktop shortcut.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81025" y="3754784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Bypass Sign-In: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 do not need a corporate domain to start! Simply close out the prompt or click "Skip" to access local creation tools.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81025" y="4691955"/>
            <a:ext cx="52768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Select "Blank Report" to unlock a fresh blank slate canvas.</a:t>
            </a:r>
            <a:endParaRPr b="1" dirty="0"/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2052637"/>
            <a:ext cx="523875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23900" y="581025"/>
            <a:ext cx="1143142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First Launch Workspace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210841"/>
            <a:ext cx="5276850" cy="326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10841"/>
            <a:ext cx="5276850" cy="326499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923925" y="2553741"/>
            <a:ext cx="482060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Global Security Settings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23925" y="3039516"/>
            <a:ext cx="45910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Navigate to: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File → Options and Settings → Options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677025" y="2553741"/>
            <a:ext cx="482060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Preview Features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677025" y="3039516"/>
            <a:ext cx="45910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Stay ahead of industry standards with emerging product interfaces: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190625" y="3770039"/>
            <a:ext cx="43243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Enable 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Extensions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explicitly to support external data connectors.</a:t>
            </a:r>
            <a:endParaRPr dirty="0"/>
          </a:p>
        </p:txBody>
      </p:sp>
      <p:sp>
        <p:nvSpPr>
          <p:cNvPr id="162" name="Google Shape;162;p18"/>
          <p:cNvSpPr txBox="1"/>
          <p:nvPr/>
        </p:nvSpPr>
        <p:spPr>
          <a:xfrm>
            <a:off x="1190625" y="4471019"/>
            <a:ext cx="43243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Enable 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Trusted Certificates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ensure seamless connectivity between varying relational platforms.</a:t>
            </a:r>
            <a:endParaRPr dirty="0"/>
          </a:p>
        </p:txBody>
      </p:sp>
      <p:sp>
        <p:nvSpPr>
          <p:cNvPr id="163" name="Google Shape;163;p18"/>
          <p:cNvSpPr txBox="1"/>
          <p:nvPr/>
        </p:nvSpPr>
        <p:spPr>
          <a:xfrm>
            <a:off x="6943725" y="3730972"/>
            <a:ext cx="43243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Activate the dynamic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On-object interaction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edit charts directly.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23925" y="3770039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23925" y="4471019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dirty="0"/>
          </a:p>
        </p:txBody>
      </p:sp>
      <p:sp>
        <p:nvSpPr>
          <p:cNvPr id="167" name="Google Shape;167;p18"/>
          <p:cNvSpPr txBox="1"/>
          <p:nvPr/>
        </p:nvSpPr>
        <p:spPr>
          <a:xfrm>
            <a:off x="6677025" y="373097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23900" y="581025"/>
            <a:ext cx="1143142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Global Settings Options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61;p18">
            <a:extLst>
              <a:ext uri="{FF2B5EF4-FFF2-40B4-BE49-F238E27FC236}">
                <a16:creationId xmlns:a16="http://schemas.microsoft.com/office/drawing/2014/main" id="{0A8C4296-26DD-28E5-CDA4-467D88A46A5B}"/>
              </a:ext>
            </a:extLst>
          </p:cNvPr>
          <p:cNvSpPr txBox="1"/>
          <p:nvPr/>
        </p:nvSpPr>
        <p:spPr>
          <a:xfrm>
            <a:off x="1190625" y="3393814"/>
            <a:ext cx="43243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Click directly on the 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Security tab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3" name="Google Shape;165;p18">
            <a:extLst>
              <a:ext uri="{FF2B5EF4-FFF2-40B4-BE49-F238E27FC236}">
                <a16:creationId xmlns:a16="http://schemas.microsoft.com/office/drawing/2014/main" id="{395CC421-48B4-FE4D-646B-AE24F2F8DF0F}"/>
              </a:ext>
            </a:extLst>
          </p:cNvPr>
          <p:cNvSpPr txBox="1"/>
          <p:nvPr/>
        </p:nvSpPr>
        <p:spPr>
          <a:xfrm>
            <a:off x="923925" y="3393814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8617" y="2105025"/>
            <a:ext cx="3486150" cy="347647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2183892" y="3057525"/>
            <a:ext cx="304038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Auto-Detect Relationships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2183892" y="3486150"/>
            <a:ext cx="28956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Enable "Auto Detect Relationships" under Data Load. Power BI will auto-map table links in the backend model view cleanly.</a:t>
            </a:r>
            <a:endParaRPr dirty="0"/>
          </a:p>
        </p:txBody>
      </p:sp>
      <p:pic>
        <p:nvPicPr>
          <p:cNvPr id="184" name="Google Shape;18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83892" y="2438400"/>
            <a:ext cx="428625" cy="3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0450F0C-C6FB-3045-42C0-1079E9A2A2AD}"/>
              </a:ext>
            </a:extLst>
          </p:cNvPr>
          <p:cNvGrpSpPr/>
          <p:nvPr/>
        </p:nvGrpSpPr>
        <p:grpSpPr>
          <a:xfrm>
            <a:off x="6744081" y="2105025"/>
            <a:ext cx="3486150" cy="3476476"/>
            <a:chOff x="8124825" y="2105025"/>
            <a:chExt cx="3486150" cy="3476476"/>
          </a:xfrm>
        </p:grpSpPr>
        <p:pic>
          <p:nvPicPr>
            <p:cNvPr id="177" name="Google Shape;177;p19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24825" y="2105025"/>
              <a:ext cx="3486150" cy="3476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19"/>
            <p:cNvSpPr txBox="1"/>
            <p:nvPr/>
          </p:nvSpPr>
          <p:spPr>
            <a:xfrm>
              <a:off x="8420100" y="3057525"/>
              <a:ext cx="3040380" cy="628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Save Settings Configuration</a:t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8420100" y="3541515"/>
              <a:ext cx="2895600" cy="1097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Click "OK" to save and secure active properties, updating your environment global parameters instantly for future analytics work.</a:t>
              </a:r>
              <a:endParaRPr dirty="0"/>
            </a:p>
          </p:txBody>
        </p:sp>
        <p:pic>
          <p:nvPicPr>
            <p:cNvPr id="186" name="Google Shape;186;p19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420100" y="2438400"/>
              <a:ext cx="333375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" name="Google Shape;187;p19"/>
          <p:cNvSpPr txBox="1"/>
          <p:nvPr/>
        </p:nvSpPr>
        <p:spPr>
          <a:xfrm>
            <a:off x="723900" y="581025"/>
            <a:ext cx="1143142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Essential File Settings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/>
        </p:nvSpPr>
        <p:spPr>
          <a:xfrm>
            <a:off x="581025" y="3076426"/>
            <a:ext cx="52768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81025" y="4314676"/>
            <a:ext cx="52768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WORKSPACE CONFIGURED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334125" y="2526059"/>
            <a:ext cx="55406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Confirm Readiness Before Starting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334125" y="3011834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Ensure that every single workspace checkpoint is completed before moving forward into active data exploration and formula coding: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334125" y="3949005"/>
            <a:ext cx="52768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✔ Desktop application launched on home system.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✔ Initial splash screen successfully skipped/bypassed.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✔ Security protocols configured and relationships set to auto-map.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723900" y="581025"/>
            <a:ext cx="1143142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Ready Verification Check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597</Words>
  <Application>Microsoft Office PowerPoint</Application>
  <PresentationFormat>Widescreen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Poppins</vt:lpstr>
      <vt:lpstr>Inter SemiBold</vt:lpstr>
      <vt:lpstr>Calibri</vt:lpstr>
      <vt:lpstr>Arial</vt:lpstr>
      <vt:lpstr>Poppins SemiBold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ANAND KUMAR</dc:creator>
  <cp:lastModifiedBy>Mr. A. Anand Kumar</cp:lastModifiedBy>
  <cp:revision>4</cp:revision>
  <dcterms:modified xsi:type="dcterms:W3CDTF">2026-05-19T12:19:43Z</dcterms:modified>
</cp:coreProperties>
</file>